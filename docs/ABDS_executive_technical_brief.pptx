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471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F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Billing Delegation Standard (ABDS) - Draft v0.6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686800" y="65471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F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NeuroSync AI Dynamics Pty Ltd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82880"/>
            <a:ext cx="3657600" cy="3657600"/>
          </a:xfrm>
          <a:prstGeom prst="ellipse">
            <a:avLst/>
          </a:prstGeom>
          <a:solidFill>
            <a:srgbClr val="0B2940">
              <a:alpha val="88000"/>
            </a:srgbClr>
          </a:solidFill>
          <a:ln w="12700">
            <a:solidFill>
              <a:srgbClr val="0B294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5F8FC"/>
                </a:solidFill>
              </a:rPr>
              <a:t>ARTIFICIAL INTELLIGENCE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5F8FC"/>
                </a:solidFill>
              </a:rPr>
              <a:t>BILLING DELEGATION STANDARD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" y="26974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5D0E6"/>
                </a:solidFill>
              </a:rPr>
              <a:t>ABDS v0.6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758952" y="340156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3F0"/>
                </a:solidFill>
              </a:rPr>
              <a:t>Provider-enforced funding, consent receipts,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8E3F0"/>
                </a:solidFill>
              </a:rPr>
              <a:t>usage evidence, reconciliation, and settlement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" y="4480560"/>
            <a:ext cx="1554480" cy="329184"/>
          </a:xfrm>
          <a:prstGeom prst="roundRect">
            <a:avLst>
              <a:gd name="adj" fmla="val 22222"/>
            </a:avLst>
          </a:prstGeom>
          <a:solidFill>
            <a:srgbClr val="5D8CFF"/>
          </a:solidFill>
          <a:ln w="12700">
            <a:solidFill>
              <a:srgbClr val="5D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4549140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OAuth-aligned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487168" y="4480560"/>
            <a:ext cx="1645920" cy="329184"/>
          </a:xfrm>
          <a:prstGeom prst="roundRect">
            <a:avLst>
              <a:gd name="adj" fmla="val 22222"/>
            </a:avLst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4549140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Payer-neutral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4315968" y="448056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5491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Append-only audit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8366760" y="1051560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10243A"/>
          </a:solidFill>
          <a:ln w="16510">
            <a:solidFill>
              <a:srgbClr val="35D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124712"/>
            <a:ext cx="2468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Consent Receipt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2029968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103120"/>
            <a:ext cx="2468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Delegated AI Grant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66760" y="3008376"/>
            <a:ext cx="2651760" cy="621792"/>
          </a:xfrm>
          <a:prstGeom prst="roundRect">
            <a:avLst>
              <a:gd name="adj" fmla="val 8824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081528"/>
            <a:ext cx="2468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Execution Token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43800" y="416052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6510">
            <a:solidFill>
              <a:srgbClr val="35D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4233672"/>
            <a:ext cx="19202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C"/>
                </a:solidFill>
              </a:rPr>
              <a:t>Usage Evidence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829800" y="416052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4233672"/>
            <a:ext cx="1920240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C"/>
                </a:solidFill>
              </a:rPr>
              <a:t>Economic Ledger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92640" y="1673352"/>
            <a:ext cx="0" cy="338328"/>
          </a:xfrm>
          <a:prstGeom prst="line">
            <a:avLst/>
          </a:prstGeom>
          <a:noFill/>
          <a:ln w="25400">
            <a:solidFill>
              <a:srgbClr val="35D0E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92640" y="2651760"/>
            <a:ext cx="0" cy="338328"/>
          </a:xfrm>
          <a:prstGeom prst="line">
            <a:avLst/>
          </a:prstGeom>
          <a:noFill/>
          <a:ln w="25400">
            <a:solidFill>
              <a:srgbClr val="5D8C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92640" y="3630168"/>
            <a:ext cx="-1097280" cy="512064"/>
          </a:xfrm>
          <a:prstGeom prst="line">
            <a:avLst/>
          </a:prstGeom>
          <a:noFill/>
          <a:ln w="25400">
            <a:solidFill>
              <a:srgbClr val="52D27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92640" y="3630168"/>
            <a:ext cx="1188720" cy="512064"/>
          </a:xfrm>
          <a:prstGeom prst="line">
            <a:avLst/>
          </a:prstGeom>
          <a:noFill/>
          <a:ln w="25400">
            <a:solidFill>
              <a:srgbClr val="52D27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</a:rPr>
              <a:t>From authorization to trustworthy accounting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0"/>
                </a:solidFill>
              </a:rPr>
              <a:t>v0.6 is a narrow trust extension of the v0.5 accounting architecture.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5D8CFF"/>
          </a:solidFill>
          <a:ln w="12700">
            <a:solidFill>
              <a:srgbClr val="5D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63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v0.4 - Who may fund?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929384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Payer-neutral roles, Sponsor funding, structured economic authorization, privacy, and no silent payer substitution.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63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v0.5 - What happened?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1929384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One event per physical attempt, separate Ledger Events, retries and fallback, reservation, settlement, and adjustment.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520440" cy="1828800"/>
          </a:xfrm>
          <a:prstGeom prst="roundRect">
            <a:avLst>
              <a:gd name="adj" fmla="val 3000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563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v0.6 - What proves it?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3608" y="1929384"/>
            <a:ext cx="3154680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Consent Receipts, evidence classes, scoped ordering, Provider reconciliation, replay control, and negative tests.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397764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050792"/>
            <a:ext cx="25603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</a:rPr>
              <a:t>Grant + Token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03320" y="4306824"/>
            <a:ext cx="868680" cy="0"/>
          </a:xfrm>
          <a:prstGeom prst="line">
            <a:avLst/>
          </a:prstGeom>
          <a:noFill/>
          <a:ln w="2540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17720" y="397764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050792"/>
            <a:ext cx="25603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</a:rPr>
              <a:t>Usage + Ledger Events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4306824"/>
            <a:ext cx="868680" cy="0"/>
          </a:xfrm>
          <a:prstGeom prst="line">
            <a:avLst/>
          </a:prstGeom>
          <a:noFill/>
          <a:ln w="2540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21040" y="397764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4050792"/>
            <a:ext cx="25603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C"/>
                </a:solidFill>
              </a:rPr>
              <a:t>Evidence + Reconciliation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0" y="5166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D0E6"/>
                </a:solidFill>
              </a:rPr>
              <a:t>Existing v0.5 schema identifiers remain unchanged.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</a:rPr>
              <a:t>The v0.6 trust chain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0"/>
                </a:solidFill>
              </a:rPr>
              <a:t>Each object answers a different authorization, execution, evidence, or accounting question.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20040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35D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Consent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Receipt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2322576"/>
            <a:ext cx="182880" cy="0"/>
          </a:xfrm>
          <a:prstGeom prst="line">
            <a:avLst/>
          </a:prstGeom>
          <a:noFill/>
          <a:ln w="1905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64792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56232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Delegated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AI Grant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99232" y="2322576"/>
            <a:ext cx="182880" cy="0"/>
          </a:xfrm>
          <a:prstGeom prst="line">
            <a:avLst/>
          </a:prstGeom>
          <a:noFill/>
          <a:ln w="1905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9544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Short-lived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Token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43984" y="2322576"/>
            <a:ext cx="182880" cy="0"/>
          </a:xfrm>
          <a:prstGeom prst="line">
            <a:avLst/>
          </a:prstGeom>
          <a:noFill/>
          <a:ln w="1905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54296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F5F8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Provider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Execution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88736" y="2322576"/>
            <a:ext cx="182880" cy="0"/>
          </a:xfrm>
          <a:prstGeom prst="line">
            <a:avLst/>
          </a:prstGeom>
          <a:noFill/>
          <a:ln w="1905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99048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35D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Usage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Event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33488" y="2322576"/>
            <a:ext cx="182880" cy="0"/>
          </a:xfrm>
          <a:prstGeom prst="line">
            <a:avLst/>
          </a:prstGeom>
          <a:noFill/>
          <a:ln w="1905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Evidence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Provenance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78240" y="2322576"/>
            <a:ext cx="182880" cy="0"/>
          </a:xfrm>
          <a:prstGeom prst="line">
            <a:avLst/>
          </a:prstGeom>
          <a:noFill/>
          <a:ln w="1905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88552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Reconciliation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22992" y="2322576"/>
            <a:ext cx="182880" cy="0"/>
          </a:xfrm>
          <a:prstGeom prst="line">
            <a:avLst/>
          </a:prstGeom>
          <a:noFill/>
          <a:ln w="1905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433304" y="1920240"/>
            <a:ext cx="1234440" cy="804672"/>
          </a:xfrm>
          <a:prstGeom prst="roundRect">
            <a:avLst>
              <a:gd name="adj" fmla="val 6818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24744" y="1993392"/>
            <a:ext cx="1051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Ledger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Settlement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33756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337560"/>
            <a:ext cx="64008" cy="2011680"/>
          </a:xfrm>
          <a:prstGeom prst="rect">
            <a:avLst/>
          </a:prstGeom>
          <a:solidFill>
            <a:srgbClr val="5D8CFF"/>
          </a:solidFill>
          <a:ln w="12700">
            <a:solidFill>
              <a:srgbClr val="5D8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483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Authorization boundary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" y="3849624"/>
            <a:ext cx="30632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Receipt: what was approved.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Grant: current Provider policy.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Token: short-lived execution authority.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Mutable balances never live in bearer claims.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4389120" y="333756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0" y="3337560"/>
            <a:ext cx="64008" cy="2011680"/>
          </a:xfrm>
          <a:prstGeom prst="rect">
            <a:avLst/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0288" y="3483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Evidence boundary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90288" y="3849624"/>
            <a:ext cx="30632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Usage Event: what occurred.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Evidence class: who asserts it.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Gateway observations remain provisional until Provider evidence is available.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8138160" y="3337560"/>
            <a:ext cx="3429000" cy="2011680"/>
          </a:xfrm>
          <a:prstGeom prst="roundRect">
            <a:avLst>
              <a:gd name="adj" fmla="val 2727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3337560"/>
            <a:ext cx="64008" cy="2011680"/>
          </a:xfrm>
          <a:prstGeom prst="rect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34838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Economic boundary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39328" y="3849624"/>
            <a:ext cx="306324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Reservation and settlement remain Provider-authoritative.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Late differences create reconciliation and compensating adjustments - not rewritten history.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</a:rPr>
              <a:t>Three evidence classes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0"/>
                </a:solidFill>
              </a:rPr>
              <a:t>Authority must be explicit rather than inferred from where an event was stored.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520440" cy="2971800"/>
          </a:xfrm>
          <a:prstGeom prst="roundRect">
            <a:avLst>
              <a:gd name="adj" fmla="val 1846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64008" cy="2971800"/>
          </a:xfrm>
          <a:prstGeom prst="rect">
            <a:avLst/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63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PROVIDER-SIGNED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929384"/>
            <a:ext cx="3154680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Provider event, settlement receipt, or verifiable batch manifest.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Preferred provider-native target.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Binds issuer, Provider request/event IDs, digest, key ID, signature format, signature, and time.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2971800"/>
          </a:xfrm>
          <a:prstGeom prst="roundRect">
            <a:avLst>
              <a:gd name="adj" fmla="val 1846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64008" cy="2971800"/>
          </a:xfrm>
          <a:prstGeom prst="rect">
            <a:avLst/>
          </a:prstGeom>
          <a:solidFill>
            <a:srgbClr val="5D8CFF"/>
          </a:solidFill>
          <a:ln w="12700">
            <a:solidFill>
              <a:srgbClr val="5D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63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PROVIDER-REPORTED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1929384"/>
            <a:ext cx="3154680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Authenticated Provider API response, usage endpoint, export, or billing record.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Provider evidence without a native ABDS signature.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Preserve Provider request and billing references.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520440" cy="2971800"/>
          </a:xfrm>
          <a:prstGeom prst="roundRect">
            <a:avLst>
              <a:gd name="adj" fmla="val 1846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64008" cy="2971800"/>
          </a:xfrm>
          <a:prstGeom prst="rect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5636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GATEWAY-ATTESTED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3608" y="1929384"/>
            <a:ext cx="3154680" cy="2313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Gateway estimate or locally observed response.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Useful for current APIs, but provisional.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Must not be represented as Provider-authoritative evidence.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5D0E6"/>
                </a:solidFill>
              </a:rPr>
              <a:t>estimated  -&gt;  gateway observed  -&gt;  Provider reported  -&gt;  reconciled  -&gt;  final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</a:rPr>
              <a:t>Consent Receipts make approval auditable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0"/>
                </a:solidFill>
              </a:rPr>
              <a:t>The current grant state is not enough to prove what was approved earlier.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3657600" cy="4297680"/>
          </a:xfrm>
          <a:prstGeom prst="roundRect">
            <a:avLst>
              <a:gd name="adj" fmla="val 1500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64008" cy="4297680"/>
          </a:xfrm>
          <a:prstGeom prst="rect">
            <a:avLst/>
          </a:prstGeom>
          <a:solidFill>
            <a:srgbClr val="35D0E6"/>
          </a:solidFill>
          <a:ln w="12700">
            <a:solidFill>
              <a:srgbClr val="35D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1790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BOUND TERMS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883664"/>
            <a:ext cx="3291840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Grant and Client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Beneficiary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Funding source and payer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Spend ceiling and period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Per-request ceiling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Model and operation scope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Enforceable workload scope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Overage and exhaustion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Effective and expiry times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3108960" cy="4297680"/>
          </a:xfrm>
          <a:prstGeom prst="roundRect">
            <a:avLst>
              <a:gd name="adj" fmla="val 1765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371600"/>
            <a:ext cx="64008" cy="4297680"/>
          </a:xfrm>
          <a:prstGeom prst="rect">
            <a:avLst/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51790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PRIVACY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1883664"/>
            <a:ext cx="2743200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Sponsor reporting mode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Funding does not grant content access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Identity access is separate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Revocation path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Versioned policy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Immutable receipt digest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Optional Provider signature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29600" y="155448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627632"/>
            <a:ext cx="2743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Provider displays terms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92640" y="2212848"/>
            <a:ext cx="0" cy="393192"/>
          </a:xfrm>
          <a:prstGeom prst="line">
            <a:avLst/>
          </a:prstGeom>
          <a:noFill/>
          <a:ln w="25400">
            <a:solidFill>
              <a:srgbClr val="35D0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0" y="2633472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35D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706624"/>
            <a:ext cx="2743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User approves or reduces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0" y="3291840"/>
            <a:ext cx="0" cy="393192"/>
          </a:xfrm>
          <a:prstGeom prst="line">
            <a:avLst/>
          </a:prstGeom>
          <a:noFill/>
          <a:ln w="25400">
            <a:solidFill>
              <a:srgbClr val="35D0E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0" y="371246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3785616"/>
            <a:ext cx="2743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Receipt is issued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92640" y="4370832"/>
            <a:ext cx="0" cy="393192"/>
          </a:xfrm>
          <a:prstGeom prst="line">
            <a:avLst/>
          </a:prstGeom>
          <a:noFill/>
          <a:ln w="25400">
            <a:solidFill>
              <a:srgbClr val="35D0E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0" y="4791456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864608"/>
            <a:ext cx="27432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Grant binds receipt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</a:rPr>
              <a:t>One reservation, many child events, one settlement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0"/>
                </a:solidFill>
              </a:rPr>
              <a:t>Failed attempts remain visible without creating duplicate charges.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343400" y="123444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34840" y="1307592"/>
            <a:ext cx="32918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8FC"/>
                </a:solidFill>
              </a:rPr>
              <a:t>Run-level Reservation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7432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0243A"/>
          </a:solidFill>
          <a:ln w="1651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16352"/>
            <a:ext cx="205740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Agent step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Primary attempt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80760" y="1892808"/>
            <a:ext cx="-4279392" cy="813816"/>
          </a:xfrm>
          <a:prstGeom prst="line">
            <a:avLst/>
          </a:prstGeom>
          <a:noFill/>
          <a:ln w="19050">
            <a:solidFill>
              <a:srgbClr val="FF6B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20440" y="27432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816352"/>
            <a:ext cx="205740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Agent step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Retry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892808"/>
            <a:ext cx="-1444752" cy="813816"/>
          </a:xfrm>
          <a:prstGeom prst="line">
            <a:avLst/>
          </a:prstGeom>
          <a:noFill/>
          <a:ln w="19050">
            <a:solidFill>
              <a:srgbClr val="FFBE5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55080" y="27432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816352"/>
            <a:ext cx="205740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Agent step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Fallback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892808"/>
            <a:ext cx="1389888" cy="813816"/>
          </a:xfrm>
          <a:prstGeom prst="line">
            <a:avLst/>
          </a:prstGeom>
          <a:noFill/>
          <a:ln w="19050">
            <a:solidFill>
              <a:srgbClr val="52D2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9720" y="27432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2816352"/>
            <a:ext cx="2057400" cy="630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Tool / 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F8FC"/>
                </a:solidFill>
              </a:rPr>
              <a:t>child call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892808"/>
            <a:ext cx="4224528" cy="813816"/>
          </a:xfrm>
          <a:prstGeom prst="line">
            <a:avLst/>
          </a:prstGeom>
          <a:noFill/>
          <a:ln w="19050">
            <a:solidFill>
              <a:srgbClr val="5D8C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5840" y="39776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10243A"/>
          </a:solidFill>
          <a:ln w="1651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050792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8FC"/>
                </a:solidFill>
              </a:rPr>
              <a:t>Usage Event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39776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4050792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8FC"/>
                </a:solidFill>
              </a:rPr>
              <a:t>Usage Event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39776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4050792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8FC"/>
                </a:solidFill>
              </a:rPr>
              <a:t>Usage Event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09760" y="3977640"/>
            <a:ext cx="1600200" cy="566928"/>
          </a:xfrm>
          <a:prstGeom prst="roundRect">
            <a:avLst>
              <a:gd name="adj" fmla="val 9677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4050792"/>
            <a:ext cx="14173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8FC"/>
                </a:solidFill>
              </a:rPr>
              <a:t>Usage Event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5257800"/>
            <a:ext cx="3474720" cy="658368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16510">
            <a:solidFill>
              <a:srgbClr val="35D0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5330952"/>
            <a:ext cx="329184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8FC"/>
                </a:solidFill>
              </a:rPr>
              <a:t>One Idempotent Settlement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801368" y="4553712"/>
            <a:ext cx="4279392" cy="676656"/>
          </a:xfrm>
          <a:prstGeom prst="line">
            <a:avLst/>
          </a:prstGeom>
          <a:noFill/>
          <a:ln w="1524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636008" y="4553712"/>
            <a:ext cx="1444752" cy="676656"/>
          </a:xfrm>
          <a:prstGeom prst="line">
            <a:avLst/>
          </a:prstGeom>
          <a:noFill/>
          <a:ln w="1524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70648" y="4553712"/>
            <a:ext cx="-1389888" cy="676656"/>
          </a:xfrm>
          <a:prstGeom prst="line">
            <a:avLst/>
          </a:prstGeom>
          <a:noFill/>
          <a:ln w="1524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305288" y="4553712"/>
            <a:ext cx="-4224528" cy="676656"/>
          </a:xfrm>
          <a:prstGeom prst="line">
            <a:avLst/>
          </a:prstGeom>
          <a:noFill/>
          <a:ln w="1524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914400" y="605332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5D0E6"/>
                </a:solidFill>
              </a:rPr>
              <a:t>Attribution is retained for both the Beneficiary and the registered Client that generated the workload.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</a:rPr>
              <a:t>Late Provider usage is reconciled - never rewritten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0"/>
                </a:solidFill>
              </a:rPr>
              <a:t>Every variance is reproducible and idempotent.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0243A"/>
          </a:solidFill>
          <a:ln w="16510">
            <a:solidFill>
              <a:srgbClr val="FFBE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0195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Gateway event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2.5 units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2203704"/>
            <a:ext cx="914400" cy="0"/>
          </a:xfrm>
          <a:prstGeom prst="line">
            <a:avLst/>
          </a:prstGeom>
          <a:noFill/>
          <a:ln w="2540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1828800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0243A"/>
          </a:solidFill>
          <a:ln w="16510">
            <a:solidFill>
              <a:srgbClr val="52D2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0" y="190195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Provider final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3.0 units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2203704"/>
            <a:ext cx="914400" cy="0"/>
          </a:xfrm>
          <a:prstGeom prst="line">
            <a:avLst/>
          </a:prstGeom>
          <a:noFill/>
          <a:ln w="2540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903720" y="1828800"/>
            <a:ext cx="2194560" cy="749808"/>
          </a:xfrm>
          <a:prstGeom prst="roundRect">
            <a:avLst>
              <a:gd name="adj" fmla="val 7317"/>
            </a:avLst>
          </a:prstGeom>
          <a:solidFill>
            <a:srgbClr val="10243A"/>
          </a:solidFill>
          <a:ln w="16510">
            <a:solidFill>
              <a:srgbClr val="35D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901952"/>
            <a:ext cx="20116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Reconciliation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+0.5 units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2203704"/>
            <a:ext cx="914400" cy="0"/>
          </a:xfrm>
          <a:prstGeom prst="line">
            <a:avLst/>
          </a:prstGeom>
          <a:noFill/>
          <a:ln w="25400">
            <a:solidFill>
              <a:srgbClr val="8FA7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058400" y="1828800"/>
            <a:ext cx="1554480" cy="749808"/>
          </a:xfrm>
          <a:prstGeom prst="roundRect">
            <a:avLst>
              <a:gd name="adj" fmla="val 7317"/>
            </a:avLst>
          </a:prstGeom>
          <a:solidFill>
            <a:srgbClr val="10243A"/>
          </a:solidFill>
          <a:ln w="16510">
            <a:solidFill>
              <a:srgbClr val="5D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0" y="1901952"/>
            <a:ext cx="13716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Adjustment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246120"/>
            <a:ext cx="64008" cy="1920240"/>
          </a:xfrm>
          <a:prstGeom prst="rect">
            <a:avLst/>
          </a:prstGeom>
          <a:solidFill>
            <a:srgbClr val="35D0E6"/>
          </a:solidFill>
          <a:ln w="12700">
            <a:solidFill>
              <a:srgbClr val="35D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392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Invariant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758184"/>
            <a:ext cx="29718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adjustment quantity =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Provider final - original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Zero variance means no economic change.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4434840" y="324612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3246120"/>
            <a:ext cx="64008" cy="1920240"/>
          </a:xfrm>
          <a:prstGeom prst="rect">
            <a:avLst/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392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Preserved bindings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36008" y="3758184"/>
            <a:ext cx="29718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Grant, Client, request, unit type, funding bucket, Provider request ID, and original event reference.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138160" y="324612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3246120"/>
            <a:ext cx="64008" cy="19202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3924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Forbidden behavior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39328" y="3758184"/>
            <a:ext cx="29718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No historical rewrite.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No second settlement.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No silent payer switch.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No unmatched charge without investigation.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5F8FC"/>
                </a:solidFill>
              </a:rPr>
              <a:t>v0.6 deliverables and practical next step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7C0"/>
                </a:solidFill>
              </a:rPr>
              <a:t>The specification is ready for a mock provider-native reference application.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64008" cy="4206240"/>
          </a:xfrm>
          <a:prstGeom prst="rect">
            <a:avLst/>
          </a:prstGeom>
          <a:solidFill>
            <a:srgbClr val="52D273"/>
          </a:solidFill>
          <a:ln w="12700">
            <a:solidFill>
              <a:srgbClr val="52D2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72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DELIVERED IN v0.6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1837944"/>
            <a:ext cx="315468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Usage Event schema guide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Consent Receipt profile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Evidence and reconciliation profile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Three JSON Schemas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Four positive examples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Six negative fixtures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Replay, ordering, signature, binding, and adjustment validation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Updated discovery, threat model, profiles, diagrams, and change control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325880"/>
            <a:ext cx="64008" cy="4206240"/>
          </a:xfrm>
          <a:prstGeom prst="rect">
            <a:avLst/>
          </a:prstGeom>
          <a:solidFill>
            <a:srgbClr val="35D0E6"/>
          </a:solidFill>
          <a:ln w="12700">
            <a:solidFill>
              <a:srgbClr val="35D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72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ABDS STUDIO v0.7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1837944"/>
            <a:ext cx="315468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Mock Provider authorization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Sponsor and user consoles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Consent Receipt issuance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Run-level reservation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Physical attempt timeline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Provider-signed evidence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Gateway reconciliation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Settlement and adjustment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Revocation and exhaustion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NatureGuard reference scenario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92440" y="1325880"/>
            <a:ext cx="3520440" cy="4206240"/>
          </a:xfrm>
          <a:prstGeom prst="roundRect">
            <a:avLst>
              <a:gd name="adj" fmla="val 1558"/>
            </a:avLst>
          </a:prstGeom>
          <a:solidFill>
            <a:srgbClr val="0D1B2D"/>
          </a:solidFill>
          <a:ln w="12700">
            <a:solidFill>
              <a:srgbClr val="2447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325880"/>
            <a:ext cx="64008" cy="4206240"/>
          </a:xfrm>
          <a:prstGeom prst="rect">
            <a:avLst/>
          </a:prstGeom>
          <a:solidFill>
            <a:srgbClr val="FFBE55"/>
          </a:solidFill>
          <a:ln w="12700">
            <a:solidFill>
              <a:srgbClr val="FFBE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14721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</a:rPr>
              <a:t>REVIEW NEEDED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3608" y="1837944"/>
            <a:ext cx="315468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Production signature profile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Batch evidence and inclusion proofs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Minimum Consent Receipt core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Reconciliation windows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Invoice-level mapping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Provider economics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OAuth and security review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• Privacy-safe Sponsor reporting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D8E3F0"/>
                </a:solidFill>
              </a:rPr>
              <a:t>Draft proposal - no Provider adoption claimed.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F8AA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NeuroSync AI Dynamics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ABDS v0.6 Executive and Technical Brief</dc:title>
  <dc:subject>Artificial Intelligence Billing Delegation Standard v0.6</dc:subject>
  <dc:creator>Marc Johnston, NeuroSync AI Dynamics Pty Ltd</dc:creator>
  <cp:lastModifiedBy>Marc Johnston, NeuroSync AI Dynamics Pty Ltd</cp:lastModifiedBy>
  <cp:revision>1</cp:revision>
  <dcterms:created xsi:type="dcterms:W3CDTF">2026-07-28T07:16:45Z</dcterms:created>
  <dcterms:modified xsi:type="dcterms:W3CDTF">2026-07-28T07:16:45Z</dcterms:modified>
</cp:coreProperties>
</file>